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7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5" name="图片 4" descr="梨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2685" y="6130290"/>
            <a:ext cx="416560" cy="416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4713990&quot;,&quot;origin&quot;:0,&quot;type&quot;:&quot;icons&quot;,&quot;user&quot;:&quot;1687299942&quot;}"/>
</p:tagLst>
</file>

<file path=ppt/tags/tag2.xml><?xml version="1.0" encoding="utf-8"?>
<p:tagLst xmlns:p="http://schemas.openxmlformats.org/presentationml/2006/main">
  <p:tag name="resource_record_key" val="{&quot;10&quot;:[471399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彭轩琛</cp:lastModifiedBy>
  <cp:revision>6</cp:revision>
  <dcterms:created xsi:type="dcterms:W3CDTF">2023-08-09T12:44:00Z</dcterms:created>
  <dcterms:modified xsi:type="dcterms:W3CDTF">2026-06-14T09:17:22Z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115763566E354C50BB068255BA258C87_12</vt:lpwstr>
  </property>
</Properties>
</file>